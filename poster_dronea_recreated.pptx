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44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0000"/>
            <a:ext cx="10692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DRONEA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80000"/>
            <a:ext cx="1069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Interface de téléopération intuitive pour robot mobile avec retour vidéo FPV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12000"/>
            <a:ext cx="106920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6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Kevin Tran, Thomas X, Romain X... | EFREI Paris</a:t>
            </a:r>
          </a:p>
          <a:p>
            <a:r>
              <a:t>Projet entreprise - Sigmatics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340000"/>
            <a:ext cx="4896000" cy="1800000"/>
          </a:xfrm>
          <a:prstGeom prst="rect">
            <a:avLst/>
          </a:prstGeom>
          <a:solidFill>
            <a:srgbClr val="FCE4D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34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1. Fil conducteur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700000"/>
            <a:ext cx="4896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32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3. Solution proposée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4680000"/>
            <a:ext cx="4896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5940000"/>
            <a:ext cx="4896000" cy="1080000"/>
          </a:xfrm>
          <a:prstGeom prst="rect">
            <a:avLst/>
          </a:prstGeom>
          <a:solidFill>
            <a:srgbClr val="FCE4D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594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4. Objectifs du projet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6300000"/>
            <a:ext cx="4896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720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5. Logique de pilotage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7560000"/>
            <a:ext cx="4896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8820000"/>
            <a:ext cx="4896000" cy="144000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882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8. Composants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9180000"/>
            <a:ext cx="4896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6000" y="2340000"/>
            <a:ext cx="4896000" cy="1620000"/>
          </a:xfrm>
          <a:prstGeom prst="rect">
            <a:avLst/>
          </a:prstGeom>
          <a:solidFill>
            <a:srgbClr val="FCE4D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6000" y="234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2. Solution proposée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6000" y="2700000"/>
            <a:ext cx="4896000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6000" y="414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4. Architecture &amp; flux de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6000" y="4500000"/>
            <a:ext cx="4896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6000" y="4680000"/>
            <a:ext cx="4176000" cy="14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[Insérer Schéma Manette -&gt; Raspberry ici]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6000" y="648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7. Retour vidéo &amp; interface HUD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6000" y="6840000"/>
            <a:ext cx="4896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96000" y="7020000"/>
            <a:ext cx="4176000" cy="14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[Insérer Interface Graphique ici]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6000" y="8820000"/>
            <a:ext cx="48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ED7D31"/>
                </a:solidFill>
              </a:defRPr>
            </a:pPr>
            <a:r>
              <a:t>11. Conclusion &amp; perspectives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6000" y="9180000"/>
            <a:ext cx="4896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Ajouter votre texte ici...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14400000"/>
            <a:ext cx="10692000" cy="720000"/>
          </a:xfrm>
          <a:prstGeom prst="rect">
            <a:avLst/>
          </a:prstGeom>
          <a:solidFill>
            <a:srgbClr val="1F497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" y="14580000"/>
            <a:ext cx="1069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7D31"/>
                </a:solidFill>
              </a:defRPr>
            </a:pPr>
            <a:r>
              <a:t>TOTAL    ≈ 50 €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